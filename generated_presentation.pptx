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 Data refers to the collection of facts, figures, and statistics that are used to inform decisions or solve problems</a:t>
            </a:r>
          </a:p>
          <a:p>
            <a:r>
              <a:t>* It can be in the form of numbers, text, images, or other types of information</a:t>
            </a:r>
          </a:p>
          <a:p>
            <a:r>
              <a:t>* Data is a crucial component in various fields such as business, science, healthcare, and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 Quantitative data: numerical data that can be measured and expressed in numbers, such as height, weight, or temperature</a:t>
            </a:r>
          </a:p>
          <a:p>
            <a:r>
              <a:t>* Qualitative data: non-numerical data that cannot be measured, such as opinions, attitudes, or emotions</a:t>
            </a:r>
          </a:p>
          <a:p>
            <a:r>
              <a:t>* Mixed data: combination of both quantitative and qualitative data, such as survey responses with both numerical and text-based answers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Characteristics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 Accuracy: data should be correct and free from errors</a:t>
            </a:r>
          </a:p>
          <a:p>
            <a:r>
              <a:t>* Relevance: data should be relevant to the problem or decision being addressed</a:t>
            </a:r>
          </a:p>
          <a:p>
            <a:r>
              <a:t>* Timeliness: data should be up-to-date and reflect current conditions</a:t>
            </a:r>
          </a:p>
          <a:p>
            <a:r>
              <a:t>* Completeness: data should be comprehensive and include all necessary information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Collection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 Surveys and questionnaires: collecting data through self-reported responses from individuals</a:t>
            </a:r>
          </a:p>
          <a:p>
            <a:r>
              <a:t>* Observational studies: collecting data through observation of behaviors, events, or phenomena</a:t>
            </a:r>
          </a:p>
          <a:p>
            <a:r>
              <a:t>* Experiments: collecting data through controlled tests and trials</a:t>
            </a:r>
          </a:p>
          <a:p>
            <a:r>
              <a:t>* Existing data sources: collecting data from existing databases, records, or documents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Importance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 Informed decision-making: data provides the basis for making informed decisions in various fields</a:t>
            </a:r>
          </a:p>
          <a:p>
            <a:r>
              <a:t>* Problem-solving: data helps to identify and solve problems by providing insights and trends</a:t>
            </a:r>
          </a:p>
          <a:p>
            <a:r>
              <a:t>* Strategic planning: data informs strategic planning and forecasting by providing insights into patterns and trends</a:t>
            </a:r>
          </a:p>
          <a:p>
            <a:r>
              <a:t>* Performance evaluation: data is used to evaluate performance and measure success in various endeavors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