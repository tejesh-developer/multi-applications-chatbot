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Software engineering is the application of engineering principles and techniques to the design, development, testing, and maintenance of software systems</a:t>
            </a:r>
          </a:p>
          <a:p>
            <a:r>
              <a:t>* It involves a systematic and disciplined approach to software development, ensuring that software is reliable, efficient, and meets the required specifications</a:t>
            </a:r>
          </a:p>
          <a:p>
            <a:r>
              <a:t>* Software engineering encompasses a broad range of activities, including requirements gathering, design, implementation, testing, and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Engineering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Abstraction: focusing on essential features and hiding non-essential details to simplify software development and maintenance</a:t>
            </a:r>
          </a:p>
          <a:p>
            <a:r>
              <a:t>* Modularity: breaking down software into smaller, independent modules to improve flexibility, scalability, and reusability</a:t>
            </a:r>
          </a:p>
          <a:p>
            <a:r>
              <a:t>* Separation of Concerns: dividing software into distinct components, each responsible for a specific aspect of the system, to reduce complexity and improve maintainability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Development Life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Requirements gathering: identifying and documenting the functional and non-functional requirements of the software system</a:t>
            </a:r>
          </a:p>
          <a:p>
            <a:r>
              <a:t>* Design: creating a detailed design of the software system, including architecture, components, and interfaces</a:t>
            </a:r>
          </a:p>
          <a:p>
            <a:r>
              <a:t>* Implementation: writing the code and developing the software system, using programming languages and development tools</a:t>
            </a:r>
          </a:p>
          <a:p>
            <a:r>
              <a:t>* Testing: verifying that the software system meets the required specifications and is free from defects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Engineering Tools and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Programming languages: such as Java, Python, and C++, used for writing software code</a:t>
            </a:r>
          </a:p>
          <a:p>
            <a:r>
              <a:t>* Development frameworks: such as Spring, React, and Angular, used for building software applications</a:t>
            </a:r>
          </a:p>
          <a:p>
            <a:r>
              <a:t>* Version control systems: such as Git, used for managing changes to software code and collaborating with team members</a:t>
            </a:r>
          </a:p>
          <a:p>
            <a:r>
              <a:t>* Agile methodologies: such as Scrum and Kanban, used for managing software development projects and teams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 Opportunities in 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Software developer: designing, developing, and testing software systems, and collaborating with cross-functional teams</a:t>
            </a:r>
          </a:p>
          <a:p>
            <a:r>
              <a:t>* Technical lead: leading technical teams, overseeing software development projects, and ensuring that software is delivered on time and within budget</a:t>
            </a:r>
          </a:p>
          <a:p>
            <a:r>
              <a:t>* Software architect: designing and implementing software architectures, and ensuring that software systems meet the required specifications and are scalable and maintainable</a:t>
            </a:r>
          </a:p>
          <a:p>
            <a:r>
              <a:t>* DevOps engineer: ensuring the smooth operation of software systems, and collaborating with development and operations teams to improve software quality and reliability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