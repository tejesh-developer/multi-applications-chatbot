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Information refers to knowledge or facts learned, discovered, or communicated about a particular subject or situation</a:t>
            </a:r>
          </a:p>
          <a:p>
            <a:r>
              <a:t>* It can be in the form of data, messages, or instructions that provide understanding or insight</a:t>
            </a:r>
          </a:p>
          <a:p>
            <a:r>
              <a:t>* Information is a vital component of decision-making, problem-solving, and learning in various aspects of life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Characteristics of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Information is relevant and useful, providing value to the recipient or user</a:t>
            </a:r>
          </a:p>
          <a:p>
            <a:r>
              <a:t>* It is accurate and reliable, free from errors or biases that could mislead or misinform</a:t>
            </a:r>
          </a:p>
          <a:p>
            <a:r>
              <a:t>* Information is timely and up-to-date, reflecting the current state of knowledge or circumstances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and Sources of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 There are various types of information, including factual, analytical, and evaluative information</a:t>
            </a:r>
          </a:p>
          <a:p>
            <a:r>
              <a:t>* Information can come from diverse sources, such as books, articles, online resources, and personal experiences</a:t>
            </a:r>
          </a:p>
          <a:p>
            <a:r>
              <a:t>* The quality and credibility of information depend on the source, methodology, and context in which it is presented or acquired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